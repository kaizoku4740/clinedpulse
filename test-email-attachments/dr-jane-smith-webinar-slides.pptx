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35fc11d2f046c0" /><Relationship Type="http://schemas.openxmlformats.org/officeDocument/2006/relationships/extended-properties" Target="/docProps/app.xml" Id="Rbea4481a564e49ee" /><Relationship Type="http://schemas.openxmlformats.org/officeDocument/2006/relationships/officeDocument" Target="/ppt/presentation.xml" Id="Rd397bc503ae0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5cb9f7121a4972"/>
  </p:sldMasterIdLst>
  <p:notesMasterIdLst>
    <p:notesMasterId xmlns:r="http://schemas.openxmlformats.org/officeDocument/2006/relationships" r:id="Rdae49f463b3544dc"/>
  </p:notesMasterIdLst>
  <p:sldIdLst>
    <p:sldId xmlns:r="http://schemas.openxmlformats.org/officeDocument/2006/relationships" id="256" r:id="R1707a31cb6444a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5588f94c44c4f" /><Relationship Type="http://schemas.openxmlformats.org/officeDocument/2006/relationships/slideMaster" Target="/ppt/slideMasters/slideMaster1.xml" Id="R5d5cb9f7121a4972" /><Relationship Type="http://schemas.openxmlformats.org/officeDocument/2006/relationships/notesMaster" Target="/ppt/notesMasters/notesMaster1.xml" Id="Rdae49f463b3544dc" /><Relationship Type="http://schemas.openxmlformats.org/officeDocument/2006/relationships/presProps" Target="/ppt/presProps.xml" Id="Ra3b5d610c9254795" /><Relationship Type="http://schemas.openxmlformats.org/officeDocument/2006/relationships/tableStyles" Target="/ppt/tableStyles.xml" Id="R4d6388e26c4341e5" /><Relationship Type="http://schemas.openxmlformats.org/officeDocument/2006/relationships/slide" Target="/ppt/slides/slide1.xml" Id="R1707a31cb6444a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c5207cdbd40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d4221e0b254fe2" /><Relationship Type="http://schemas.openxmlformats.org/officeDocument/2006/relationships/notesMaster" Target="/ppt/notesMasters/notesMaster1.xml" Id="R47f81acb98b541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9a202eb0a47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f83fefdc6f48c0" /><Relationship Type="http://schemas.openxmlformats.org/officeDocument/2006/relationships/slideLayout" Target="/ppt/slideLayouts/slideLayout1.xml" Id="R67885d2b45a3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885d2b45a3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7d64ee4104b10" /><Relationship Type="http://schemas.openxmlformats.org/officeDocument/2006/relationships/notesSlide" Target="/ppt/notesSlides/notesSlide1.xml" Id="R2ea51de65d584f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7653B62-9898-407E-844D-D1B9919A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TEST ATTACHMENT • FICTIONAL CONTENT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DBCFFD-14B0-495D-AC00-25EB0E1C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Clinical Education
Test Presentation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CF43745-910C-4243-87F0-04ADEF20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809625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Dummy slides for validating ClinEdPulse email-material detection</a:t>
            </a:r>
          </a:p>
        </p:txBody>
      </p:sp>
    </p:spTree>
    <p:extLst>
      <p:ext uri="{BB962C8B-B14F-4D97-AF65-F5344CB8AC3E}">
        <p14:creationId xmlns:p14="http://schemas.microsoft.com/office/powerpoint/2010/main" val="1867583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2026-07-20T19:12:15.4840000Z</dcterms:created>
  <dcterms:modified xsi:type="dcterms:W3CDTF">2026-07-20T19:12:15.4840000Z</dcterms:modified>
</coreProperties>
</file>